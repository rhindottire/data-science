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44" y="-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A054-509A-6293-DC78-1768F9703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E6CC9-E994-E898-EDE2-01134468D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D4D7B-5270-88BB-A169-2D9D6D87A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81363-BE3B-09DF-ABEB-9EE014B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7AB6C-B706-FA65-F4CB-F4BA6D05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06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0DA6-86E7-9A32-210B-57C3E970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0C105-8827-8D7C-6C49-93A26610B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49660-595A-845C-4CDE-21B8A3B42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BDCF1-D660-5B9C-9A11-9F3AB2B94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919C6-6D13-3427-6BD8-95C1328B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9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64C9-70EC-F660-DB89-BBCECE8C3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804E9-C497-9F2F-4A16-6EFC0FDC2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706BF-7713-8603-F2F9-67409080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805E4-F523-5C9E-2F48-441AA3BF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A6E76-691E-1BAB-B667-EDF98886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45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84957-332D-39A2-F863-D89BA7A1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B8CDE-8750-DE23-0A78-E68A6B96BF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B5EE4-B26A-B54E-AE50-48D4F1141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45804-EA11-A6D7-4215-44EC55DC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3587D-913E-23AE-9CE9-A6828BB42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439C1-54C4-70C0-E5DE-0E4E97F8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0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F3DE-659E-D479-83F1-1FE5CD4CB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99A6B-D9A6-47DF-BB0D-4BCB7273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6D405-2B57-903D-0D04-8F8B4198C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CADD00-3D4E-8524-C83A-5F9CC1048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528A4-7BF9-6C5E-3C30-703775660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40633-6B72-BB78-467F-0BFF19CE4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38F436-2E16-7866-AB29-AFAB4C53F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99AA5F-ADD5-CD68-F7D5-954710F5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5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BA98-2A1C-9346-BFE7-C5C65CCF9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1A266-38A1-05EF-A575-17FCD5D3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0329F-D9FB-986D-5D3E-45E749A3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4A553-CA0C-5918-1E4F-1FAA68C2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2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29B4D9-B6CA-D5C9-BD17-4A89EBB4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8230AE-C2EE-D249-EF50-C925B3B13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CE7E7-54C2-B243-C694-A7C6133D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63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BB54-D62C-C089-71A0-6210C825D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E0CFE-4E9C-B7FC-24EB-C1DAED3A8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05452-D2B5-8FC7-A93D-18582C9CE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0C3B-4C8A-3F88-7451-0F898A07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1A405-D526-E6EC-6C1A-78AAFF3E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A4308-7E7B-5CE2-6E47-91989213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69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ECE2E-2449-3BB4-E532-CA952B99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04AF26-91DA-FC20-AA71-8984DAAA4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51F2A-120A-631B-2818-FBDCD1564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2DC3A-5489-A5A1-8944-5713C433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687C2-022C-E4AA-375B-2158A034E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F27FA-5F7D-C88F-9222-B0B360B6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1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09D0-CAD9-5A08-75BD-CE3BF036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44B19-6A99-A4FA-A0CF-5FECC8719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7B671-14AE-BE64-32C5-03F27138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62BBC-E4A8-5B71-A07B-47890516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02D30-B6BA-E1D9-D5FB-0B3C4E8F8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50A0B-9411-2572-5383-C285E0593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7BC83-2903-F582-0BF9-7A69C2139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C5CFC-7979-F0EA-59CA-75F419E49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5E85-BBB6-909F-8919-C55BCB228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D8045-C760-34A7-C9DD-1DEC45BB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3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2C29F-3973-367A-A70F-D4F04C5A9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EF6CE-FB37-1807-3E16-56FB6D4F8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81AB-6B96-1FBD-4A4C-70EE908FB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1E7B4-4DD7-40CB-B2C4-2D5C2C96959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17BD0-C665-62A6-A90F-4ED4491BF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6106F-1E18-1268-8F60-B793F1734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51FD9-90F7-4473-8AA5-CE854AB2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44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meseriesclassification.com/dataset.ph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40E88-7A0F-5975-00F2-2477AD5C20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Project UAS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7F7D5-5CC0-0D37-5759-949F36BAA0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9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7DB58-78B8-4ADA-A6B5-0B4B5F66E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Deskripsi Proyek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3175E-8E75-692C-4B43-FFAF042B3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/>
              <a:t>Tugas Melakukan klasifikasi time series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Setiap mhs data berbeda ( list komting)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Sumber data </a:t>
            </a:r>
            <a:r>
              <a:rPr lang="en-US" sz="2400">
                <a:hlinkClick r:id="rId2"/>
              </a:rPr>
              <a:t>https://www.timeseriesclassification.com/dataset.php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3300">
                <a:highlight>
                  <a:srgbClr val="FFFF00"/>
                </a:highlight>
              </a:rPr>
              <a:t>Ketentuan tugas</a:t>
            </a:r>
          </a:p>
          <a:p>
            <a:r>
              <a:rPr lang="en-US" sz="2400"/>
              <a:t>Mengikut format CRISP-DM</a:t>
            </a:r>
          </a:p>
          <a:p>
            <a:pPr lvl="1"/>
            <a:r>
              <a:rPr lang="en-US" sz="2000"/>
              <a:t>Memahami bisnis ( Tujuan proyek / tujuan analisis)</a:t>
            </a:r>
          </a:p>
          <a:p>
            <a:pPr lvl="1"/>
            <a:r>
              <a:rPr lang="en-US" sz="2000"/>
              <a:t>Memahami data ( eksplorasi data/EDA )</a:t>
            </a:r>
          </a:p>
          <a:p>
            <a:pPr lvl="1"/>
            <a:r>
              <a:rPr lang="en-US" sz="2000"/>
              <a:t>Preprocessing data </a:t>
            </a:r>
          </a:p>
          <a:p>
            <a:pPr lvl="1"/>
            <a:r>
              <a:rPr lang="en-US" sz="2000"/>
              <a:t>Pemodelan data</a:t>
            </a:r>
          </a:p>
          <a:p>
            <a:pPr lvl="1"/>
            <a:r>
              <a:rPr lang="en-US" sz="2000"/>
              <a:t>Evaluasi </a:t>
            </a:r>
          </a:p>
          <a:p>
            <a:pPr lvl="1"/>
            <a:r>
              <a:rPr lang="en-US" sz="2000"/>
              <a:t>Deployment – dideploy di streamlit</a:t>
            </a:r>
          </a:p>
          <a:p>
            <a:r>
              <a:rPr lang="en-US" sz="2400"/>
              <a:t>Demo aplikasi tanggal 15 Desember 2025</a:t>
            </a:r>
          </a:p>
          <a:p>
            <a:pPr marL="457200" lvl="1" indent="0">
              <a:buNone/>
            </a:pPr>
            <a:r>
              <a:rPr lang="en-US" sz="2000"/>
              <a:t> </a:t>
            </a:r>
          </a:p>
          <a:p>
            <a:pPr lvl="1"/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6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472A-1317-420F-2027-A9E83CDBC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Penilaian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446D4-CD05-C6D5-572F-5DCDD8739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Kelengkapan tugas :</a:t>
            </a:r>
          </a:p>
          <a:p>
            <a:pPr lvl="1"/>
            <a:r>
              <a:rPr lang="en-US"/>
              <a:t>Diupload sebagai webstatis di github.</a:t>
            </a:r>
          </a:p>
          <a:p>
            <a:pPr lvl="1"/>
            <a:r>
              <a:rPr lang="en-US"/>
              <a:t>Mengikuti format analis CRISP-DM</a:t>
            </a:r>
          </a:p>
          <a:p>
            <a:r>
              <a:rPr lang="en-US"/>
              <a:t>Mampu menjelaskan analisis</a:t>
            </a:r>
          </a:p>
          <a:p>
            <a:pPr lvl="1"/>
            <a:r>
              <a:rPr lang="en-US"/>
              <a:t>Memahami code yang dihasilkan</a:t>
            </a:r>
          </a:p>
          <a:p>
            <a:pPr lvl="1"/>
            <a:r>
              <a:rPr lang="en-US"/>
              <a:t>Mampu memahami proses analisis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30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94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Project UAS</vt:lpstr>
      <vt:lpstr>Deskripsi Proyek</vt:lpstr>
      <vt:lpstr>Penilaian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mulaab mulyo</dc:creator>
  <cp:lastModifiedBy>mulaab mulyo</cp:lastModifiedBy>
  <cp:revision>2</cp:revision>
  <dcterms:created xsi:type="dcterms:W3CDTF">2025-12-01T01:01:25Z</dcterms:created>
  <dcterms:modified xsi:type="dcterms:W3CDTF">2025-12-01T01:25:47Z</dcterms:modified>
</cp:coreProperties>
</file>